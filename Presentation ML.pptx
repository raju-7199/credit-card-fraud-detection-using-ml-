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5AE9C7-43E0-4003-9249-533CC99BB722}" v="35" dt="2026-04-19T13:30:19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U M" userId="d2419fd622d6f521" providerId="LiveId" clId="{AB150974-0A23-44A7-A119-C27122BC8B29}"/>
    <pc:docChg chg="undo custSel addSld modSld sldOrd">
      <pc:chgData name="RAJU M" userId="d2419fd622d6f521" providerId="LiveId" clId="{AB150974-0A23-44A7-A119-C27122BC8B29}" dt="2026-04-19T13:33:05.046" v="857" actId="113"/>
      <pc:docMkLst>
        <pc:docMk/>
      </pc:docMkLst>
      <pc:sldChg chg="addSp delSp modSp mod">
        <pc:chgData name="RAJU M" userId="d2419fd622d6f521" providerId="LiveId" clId="{AB150974-0A23-44A7-A119-C27122BC8B29}" dt="2026-04-19T05:55:03.384" v="352"/>
        <pc:sldMkLst>
          <pc:docMk/>
          <pc:sldMk cId="4197990788" sldId="256"/>
        </pc:sldMkLst>
        <pc:spChg chg="mod">
          <ac:chgData name="RAJU M" userId="d2419fd622d6f521" providerId="LiveId" clId="{AB150974-0A23-44A7-A119-C27122BC8B29}" dt="2026-04-19T05:55:03.384" v="352"/>
          <ac:spMkLst>
            <pc:docMk/>
            <pc:sldMk cId="4197990788" sldId="256"/>
            <ac:spMk id="2" creationId="{5A3FC0CA-60A0-DB01-D57F-7A06008C90D6}"/>
          </ac:spMkLst>
        </pc:spChg>
        <pc:spChg chg="mod">
          <ac:chgData name="RAJU M" userId="d2419fd622d6f521" providerId="LiveId" clId="{AB150974-0A23-44A7-A119-C27122BC8B29}" dt="2026-04-19T05:55:03.384" v="352"/>
          <ac:spMkLst>
            <pc:docMk/>
            <pc:sldMk cId="4197990788" sldId="256"/>
            <ac:spMk id="3" creationId="{ABF57602-76AB-80A3-F45A-D7FAE49ACA37}"/>
          </ac:spMkLst>
        </pc:spChg>
        <pc:spChg chg="add del mod">
          <ac:chgData name="RAJU M" userId="d2419fd622d6f521" providerId="LiveId" clId="{AB150974-0A23-44A7-A119-C27122BC8B29}" dt="2026-04-19T05:33:30.721" v="98" actId="478"/>
          <ac:spMkLst>
            <pc:docMk/>
            <pc:sldMk cId="4197990788" sldId="256"/>
            <ac:spMk id="6" creationId="{9C737FAC-B5A4-7D18-B601-56E96609B7C5}"/>
          </ac:spMkLst>
        </pc:spChg>
        <pc:spChg chg="add mod">
          <ac:chgData name="RAJU M" userId="d2419fd622d6f521" providerId="LiveId" clId="{AB150974-0A23-44A7-A119-C27122BC8B29}" dt="2026-04-19T05:29:19.413" v="79"/>
          <ac:spMkLst>
            <pc:docMk/>
            <pc:sldMk cId="4197990788" sldId="256"/>
            <ac:spMk id="7" creationId="{0CFF1048-A1F8-D51C-FCB7-3230D328682C}"/>
          </ac:spMkLst>
        </pc:spChg>
        <pc:spChg chg="add del mod">
          <ac:chgData name="RAJU M" userId="d2419fd622d6f521" providerId="LiveId" clId="{AB150974-0A23-44A7-A119-C27122BC8B29}" dt="2026-04-19T05:40:48.601" v="323"/>
          <ac:spMkLst>
            <pc:docMk/>
            <pc:sldMk cId="4197990788" sldId="256"/>
            <ac:spMk id="8" creationId="{C5648467-0D4E-0752-FF7D-F0AFE9377CB3}"/>
          </ac:spMkLst>
        </pc:spChg>
      </pc:sldChg>
      <pc:sldChg chg="addSp delSp modSp mod">
        <pc:chgData name="RAJU M" userId="d2419fd622d6f521" providerId="LiveId" clId="{AB150974-0A23-44A7-A119-C27122BC8B29}" dt="2026-04-19T05:21:37.211" v="50" actId="1076"/>
        <pc:sldMkLst>
          <pc:docMk/>
          <pc:sldMk cId="1474367200" sldId="257"/>
        </pc:sldMkLst>
        <pc:spChg chg="add del">
          <ac:chgData name="RAJU M" userId="d2419fd622d6f521" providerId="LiveId" clId="{AB150974-0A23-44A7-A119-C27122BC8B29}" dt="2026-04-19T05:19:13.731" v="38" actId="22"/>
          <ac:spMkLst>
            <pc:docMk/>
            <pc:sldMk cId="1474367200" sldId="257"/>
            <ac:spMk id="5" creationId="{037BFD0B-7E6F-870C-B8F8-4925EFE21C80}"/>
          </ac:spMkLst>
        </pc:spChg>
        <pc:picChg chg="add del mod">
          <ac:chgData name="RAJU M" userId="d2419fd622d6f521" providerId="LiveId" clId="{AB150974-0A23-44A7-A119-C27122BC8B29}" dt="2026-04-19T05:20:09.579" v="40" actId="931"/>
          <ac:picMkLst>
            <pc:docMk/>
            <pc:sldMk cId="1474367200" sldId="257"/>
            <ac:picMk id="7" creationId="{EA91AA49-FC08-F6C0-03E9-1F5E0F099158}"/>
          </ac:picMkLst>
        </pc:picChg>
        <pc:picChg chg="add mod">
          <ac:chgData name="RAJU M" userId="d2419fd622d6f521" providerId="LiveId" clId="{AB150974-0A23-44A7-A119-C27122BC8B29}" dt="2026-04-19T05:21:37.211" v="50" actId="1076"/>
          <ac:picMkLst>
            <pc:docMk/>
            <pc:sldMk cId="1474367200" sldId="257"/>
            <ac:picMk id="9" creationId="{82123AA5-69F1-B13C-3842-AC7F594135C4}"/>
          </ac:picMkLst>
        </pc:picChg>
      </pc:sldChg>
      <pc:sldChg chg="addSp modSp mod">
        <pc:chgData name="RAJU M" userId="d2419fd622d6f521" providerId="LiveId" clId="{AB150974-0A23-44A7-A119-C27122BC8B29}" dt="2026-04-19T05:10:52.275" v="4" actId="14100"/>
        <pc:sldMkLst>
          <pc:docMk/>
          <pc:sldMk cId="1746493273" sldId="260"/>
        </pc:sldMkLst>
        <pc:picChg chg="add mod">
          <ac:chgData name="RAJU M" userId="d2419fd622d6f521" providerId="LiveId" clId="{AB150974-0A23-44A7-A119-C27122BC8B29}" dt="2026-04-19T05:10:52.275" v="4" actId="14100"/>
          <ac:picMkLst>
            <pc:docMk/>
            <pc:sldMk cId="1746493273" sldId="260"/>
            <ac:picMk id="3" creationId="{C62182A7-F9ED-5651-C4B6-27B986CB62CD}"/>
          </ac:picMkLst>
        </pc:picChg>
      </pc:sldChg>
      <pc:sldChg chg="addSp modSp mod">
        <pc:chgData name="RAJU M" userId="d2419fd622d6f521" providerId="LiveId" clId="{AB150974-0A23-44A7-A119-C27122BC8B29}" dt="2026-04-19T05:11:25.783" v="9" actId="14100"/>
        <pc:sldMkLst>
          <pc:docMk/>
          <pc:sldMk cId="3241474802" sldId="261"/>
        </pc:sldMkLst>
        <pc:picChg chg="add mod">
          <ac:chgData name="RAJU M" userId="d2419fd622d6f521" providerId="LiveId" clId="{AB150974-0A23-44A7-A119-C27122BC8B29}" dt="2026-04-19T05:11:25.783" v="9" actId="14100"/>
          <ac:picMkLst>
            <pc:docMk/>
            <pc:sldMk cId="3241474802" sldId="261"/>
            <ac:picMk id="3" creationId="{88944CB9-91D2-11C6-814A-390437075D05}"/>
          </ac:picMkLst>
        </pc:picChg>
      </pc:sldChg>
      <pc:sldChg chg="addSp modSp mod">
        <pc:chgData name="RAJU M" userId="d2419fd622d6f521" providerId="LiveId" clId="{AB150974-0A23-44A7-A119-C27122BC8B29}" dt="2026-04-19T05:11:54.692" v="14" actId="14100"/>
        <pc:sldMkLst>
          <pc:docMk/>
          <pc:sldMk cId="2385506838" sldId="262"/>
        </pc:sldMkLst>
        <pc:picChg chg="add mod">
          <ac:chgData name="RAJU M" userId="d2419fd622d6f521" providerId="LiveId" clId="{AB150974-0A23-44A7-A119-C27122BC8B29}" dt="2026-04-19T05:11:54.692" v="14" actId="14100"/>
          <ac:picMkLst>
            <pc:docMk/>
            <pc:sldMk cId="2385506838" sldId="262"/>
            <ac:picMk id="3" creationId="{43B81862-3EFC-74B7-D6C8-9C36E71E2CFB}"/>
          </ac:picMkLst>
        </pc:picChg>
      </pc:sldChg>
      <pc:sldChg chg="addSp modSp mod">
        <pc:chgData name="RAJU M" userId="d2419fd622d6f521" providerId="LiveId" clId="{AB150974-0A23-44A7-A119-C27122BC8B29}" dt="2026-04-19T05:12:24.492" v="19" actId="14100"/>
        <pc:sldMkLst>
          <pc:docMk/>
          <pc:sldMk cId="659256924" sldId="263"/>
        </pc:sldMkLst>
        <pc:picChg chg="add mod">
          <ac:chgData name="RAJU M" userId="d2419fd622d6f521" providerId="LiveId" clId="{AB150974-0A23-44A7-A119-C27122BC8B29}" dt="2026-04-19T05:12:24.492" v="19" actId="14100"/>
          <ac:picMkLst>
            <pc:docMk/>
            <pc:sldMk cId="659256924" sldId="263"/>
            <ac:picMk id="3" creationId="{B3E63A67-E181-FFAA-ABFC-6776B178AD72}"/>
          </ac:picMkLst>
        </pc:picChg>
      </pc:sldChg>
      <pc:sldChg chg="addSp modSp mod">
        <pc:chgData name="RAJU M" userId="d2419fd622d6f521" providerId="LiveId" clId="{AB150974-0A23-44A7-A119-C27122BC8B29}" dt="2026-04-19T05:12:55.386" v="24" actId="14100"/>
        <pc:sldMkLst>
          <pc:docMk/>
          <pc:sldMk cId="3341498946" sldId="264"/>
        </pc:sldMkLst>
        <pc:picChg chg="add mod">
          <ac:chgData name="RAJU M" userId="d2419fd622d6f521" providerId="LiveId" clId="{AB150974-0A23-44A7-A119-C27122BC8B29}" dt="2026-04-19T05:12:55.386" v="24" actId="14100"/>
          <ac:picMkLst>
            <pc:docMk/>
            <pc:sldMk cId="3341498946" sldId="264"/>
            <ac:picMk id="3" creationId="{3B9C8435-3486-2C6E-371A-90D93FEAF2AA}"/>
          </ac:picMkLst>
        </pc:picChg>
      </pc:sldChg>
      <pc:sldChg chg="addSp modSp new mod">
        <pc:chgData name="RAJU M" userId="d2419fd622d6f521" providerId="LiveId" clId="{AB150974-0A23-44A7-A119-C27122BC8B29}" dt="2026-04-19T05:13:41.198" v="30" actId="14100"/>
        <pc:sldMkLst>
          <pc:docMk/>
          <pc:sldMk cId="3639806246" sldId="265"/>
        </pc:sldMkLst>
        <pc:picChg chg="add mod">
          <ac:chgData name="RAJU M" userId="d2419fd622d6f521" providerId="LiveId" clId="{AB150974-0A23-44A7-A119-C27122BC8B29}" dt="2026-04-19T05:13:41.198" v="30" actId="14100"/>
          <ac:picMkLst>
            <pc:docMk/>
            <pc:sldMk cId="3639806246" sldId="265"/>
            <ac:picMk id="3" creationId="{E29F6688-A56E-76D4-ACC3-2E15ECE22E4D}"/>
          </ac:picMkLst>
        </pc:picChg>
      </pc:sldChg>
      <pc:sldChg chg="addSp modSp new mod">
        <pc:chgData name="RAJU M" userId="d2419fd622d6f521" providerId="LiveId" clId="{AB150974-0A23-44A7-A119-C27122BC8B29}" dt="2026-04-19T05:14:16.689" v="36" actId="14100"/>
        <pc:sldMkLst>
          <pc:docMk/>
          <pc:sldMk cId="2585561623" sldId="266"/>
        </pc:sldMkLst>
        <pc:picChg chg="add mod">
          <ac:chgData name="RAJU M" userId="d2419fd622d6f521" providerId="LiveId" clId="{AB150974-0A23-44A7-A119-C27122BC8B29}" dt="2026-04-19T05:14:16.689" v="36" actId="14100"/>
          <ac:picMkLst>
            <pc:docMk/>
            <pc:sldMk cId="2585561623" sldId="266"/>
            <ac:picMk id="3" creationId="{B1675C91-14B6-0AB3-7CF4-565C29640F41}"/>
          </ac:picMkLst>
        </pc:picChg>
      </pc:sldChg>
      <pc:sldChg chg="addSp modSp new mod ord setBg">
        <pc:chgData name="RAJU M" userId="d2419fd622d6f521" providerId="LiveId" clId="{AB150974-0A23-44A7-A119-C27122BC8B29}" dt="2026-04-19T13:33:05.046" v="857" actId="113"/>
        <pc:sldMkLst>
          <pc:docMk/>
          <pc:sldMk cId="464421518" sldId="267"/>
        </pc:sldMkLst>
        <pc:spChg chg="add mod">
          <ac:chgData name="RAJU M" userId="d2419fd622d6f521" providerId="LiveId" clId="{AB150974-0A23-44A7-A119-C27122BC8B29}" dt="2026-04-19T05:42:20.053" v="327" actId="767"/>
          <ac:spMkLst>
            <pc:docMk/>
            <pc:sldMk cId="464421518" sldId="267"/>
            <ac:spMk id="2" creationId="{9CAEB34D-592F-7EE3-E445-5320E0CB838A}"/>
          </ac:spMkLst>
        </pc:spChg>
        <pc:spChg chg="add mod">
          <ac:chgData name="RAJU M" userId="d2419fd622d6f521" providerId="LiveId" clId="{AB150974-0A23-44A7-A119-C27122BC8B29}" dt="2026-04-19T06:02:01.892" v="588" actId="1076"/>
          <ac:spMkLst>
            <pc:docMk/>
            <pc:sldMk cId="464421518" sldId="267"/>
            <ac:spMk id="3" creationId="{C2D77AA1-D54B-887C-39DE-B7286B3947F4}"/>
          </ac:spMkLst>
        </pc:spChg>
        <pc:spChg chg="add mod">
          <ac:chgData name="RAJU M" userId="d2419fd622d6f521" providerId="LiveId" clId="{AB150974-0A23-44A7-A119-C27122BC8B29}" dt="2026-04-19T13:29:51.428" v="765" actId="114"/>
          <ac:spMkLst>
            <pc:docMk/>
            <pc:sldMk cId="464421518" sldId="267"/>
            <ac:spMk id="6" creationId="{D1E7DA7C-E829-045B-0352-F46AA02B0B7B}"/>
          </ac:spMkLst>
        </pc:spChg>
        <pc:spChg chg="add mod">
          <ac:chgData name="RAJU M" userId="d2419fd622d6f521" providerId="LiveId" clId="{AB150974-0A23-44A7-A119-C27122BC8B29}" dt="2026-04-19T13:33:05.046" v="857" actId="113"/>
          <ac:spMkLst>
            <pc:docMk/>
            <pc:sldMk cId="464421518" sldId="267"/>
            <ac:spMk id="7" creationId="{960ADC33-B73B-B146-41E5-F4F1C17CFA42}"/>
          </ac:spMkLst>
        </pc:spChg>
        <pc:picChg chg="add mod">
          <ac:chgData name="RAJU M" userId="d2419fd622d6f521" providerId="LiveId" clId="{AB150974-0A23-44A7-A119-C27122BC8B29}" dt="2026-04-19T06:04:34.082" v="593" actId="14100"/>
          <ac:picMkLst>
            <pc:docMk/>
            <pc:sldMk cId="464421518" sldId="267"/>
            <ac:picMk id="5" creationId="{522DF360-5492-94E0-8C05-A4E34DE7077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94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090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210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574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24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309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29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70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5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554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2026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216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8959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3526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550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19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AAB9F-98B2-4BD9-A555-D165C43A43C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200017A-C49D-4E70-A00D-A17480CFF7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18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D77AA1-D54B-887C-39DE-B7286B3947F4}"/>
              </a:ext>
            </a:extLst>
          </p:cNvPr>
          <p:cNvSpPr txBox="1"/>
          <p:nvPr/>
        </p:nvSpPr>
        <p:spPr>
          <a:xfrm>
            <a:off x="1956121" y="2259449"/>
            <a:ext cx="9676435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latin typeface="Lucida Fax" panose="02060602050505020204" pitchFamily="18" charset="0"/>
              </a:rPr>
              <a:t>GEETANJALI COLLEGE OF ENGINEERING AND TECHNOLOGY(Autonomous)</a:t>
            </a:r>
          </a:p>
          <a:p>
            <a:r>
              <a:rPr lang="en-IN" sz="1600" b="1" dirty="0">
                <a:latin typeface="Lucida Fax" panose="02060602050505020204" pitchFamily="18" charset="0"/>
              </a:rPr>
              <a:t>          </a:t>
            </a:r>
            <a:r>
              <a:rPr lang="en-IN" sz="1600" b="1" dirty="0" err="1">
                <a:latin typeface="Lucida Fax" panose="02060602050505020204" pitchFamily="18" charset="0"/>
              </a:rPr>
              <a:t>Cheeryal</a:t>
            </a:r>
            <a:r>
              <a:rPr lang="en-IN" sz="1600" b="1" dirty="0">
                <a:latin typeface="Lucida Fax" panose="02060602050505020204" pitchFamily="18" charset="0"/>
              </a:rPr>
              <a:t>(v),</a:t>
            </a:r>
            <a:r>
              <a:rPr lang="en-IN" sz="1600" b="1" dirty="0" err="1">
                <a:latin typeface="Lucida Fax" panose="02060602050505020204" pitchFamily="18" charset="0"/>
              </a:rPr>
              <a:t>Keesara</a:t>
            </a:r>
            <a:r>
              <a:rPr lang="en-IN" sz="1600" b="1" dirty="0">
                <a:latin typeface="Lucida Fax" panose="02060602050505020204" pitchFamily="18" charset="0"/>
              </a:rPr>
              <a:t>(M),</a:t>
            </a:r>
            <a:r>
              <a:rPr lang="en-IN" sz="1600" b="1" dirty="0" err="1">
                <a:latin typeface="Lucida Fax" panose="02060602050505020204" pitchFamily="18" charset="0"/>
              </a:rPr>
              <a:t>Medchal-Malkajgiri</a:t>
            </a:r>
            <a:r>
              <a:rPr lang="en-IN" sz="1600" b="1" dirty="0">
                <a:latin typeface="Lucida Fax" panose="02060602050505020204" pitchFamily="18" charset="0"/>
              </a:rPr>
              <a:t>(</a:t>
            </a:r>
            <a:r>
              <a:rPr lang="en-IN" sz="1600" b="1" dirty="0" err="1">
                <a:latin typeface="Lucida Fax" panose="02060602050505020204" pitchFamily="18" charset="0"/>
              </a:rPr>
              <a:t>dist</a:t>
            </a:r>
            <a:r>
              <a:rPr lang="en-IN" sz="1600" b="1" dirty="0">
                <a:latin typeface="Lucida Fax" panose="02060602050505020204" pitchFamily="18" charset="0"/>
              </a:rPr>
              <a:t>).,Telangana-501301</a:t>
            </a:r>
          </a:p>
          <a:p>
            <a:r>
              <a:rPr lang="en-IN" b="1" dirty="0">
                <a:latin typeface="Lucida Fax" panose="02060602050505020204" pitchFamily="18" charset="0"/>
              </a:rPr>
              <a:t>      DEPARTMENT OF COMPUTER SCIENCE AND ENGINEERING(AI&amp;ML)</a:t>
            </a:r>
          </a:p>
          <a:p>
            <a:pPr algn="ctr"/>
            <a:endParaRPr lang="en-IN" dirty="0">
              <a:latin typeface="Lucida Fax" panose="02060602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DF360-5492-94E0-8C05-A4E34DE70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222" y="249181"/>
            <a:ext cx="1666497" cy="16732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E7DA7C-E829-045B-0352-F46AA02B0B7B}"/>
              </a:ext>
            </a:extLst>
          </p:cNvPr>
          <p:cNvSpPr txBox="1"/>
          <p:nvPr/>
        </p:nvSpPr>
        <p:spPr>
          <a:xfrm>
            <a:off x="4253696" y="3766024"/>
            <a:ext cx="4734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guidance of  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SK.AKBAR</a:t>
            </a:r>
          </a:p>
          <a:p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Associate professor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0ADC33-B73B-B146-41E5-F4F1C17CFA42}"/>
              </a:ext>
            </a:extLst>
          </p:cNvPr>
          <p:cNvSpPr txBox="1"/>
          <p:nvPr/>
        </p:nvSpPr>
        <p:spPr>
          <a:xfrm>
            <a:off x="3135086" y="5236029"/>
            <a:ext cx="5998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Rajendar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23R11A66P4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42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FC0CA-60A0-DB01-D57F-7A06008C9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57602-76AB-80A3-F45A-D7FAE49ACA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6EE9D0-A924-3CDC-14B1-186857E7C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99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9BDC3B-4969-A77D-11F0-2972A0C01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123AA5-69F1-B13C-3842-AC7F59413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58" y="2060293"/>
            <a:ext cx="5482541" cy="369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6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F5C15E-012D-27BD-47D8-CE16775BE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97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C8A29D-1EE9-8DF2-8E20-F4D643352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36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2182A7-F9ED-5651-C4B6-27B986CB6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493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944CB9-91D2-11C6-814A-390437075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474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B81862-3EFC-74B7-D6C8-9C36E71E2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506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E63A67-E181-FFAA-ABFC-6776B178A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56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9C8435-3486-2C6E-371A-90D93FEAF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98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9F6688-A56E-76D4-ACC3-2E15ECE22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06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675C91-14B6-0AB3-7CF4-565C29640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616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502</TotalTime>
  <Words>56</Words>
  <Application>Microsoft Office PowerPoint</Application>
  <PresentationFormat>Widescreen</PresentationFormat>
  <Paragraphs>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Lucida Fax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RAJU M</dc:creator>
  <cp:lastModifiedBy>RAJU M</cp:lastModifiedBy>
  <cp:revision>1</cp:revision>
  <dcterms:created xsi:type="dcterms:W3CDTF">2026-04-19T05:10:12Z</dcterms:created>
  <dcterms:modified xsi:type="dcterms:W3CDTF">2026-04-19T13:33:05Z</dcterms:modified>
</cp:coreProperties>
</file>